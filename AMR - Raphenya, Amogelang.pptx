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"/>
  </p:notesMasterIdLst>
  <p:sldIdLst>
    <p:sldId id="263" r:id="rId2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4"/>
    </p:embeddedFont>
    <p:embeddedFont>
      <p:font typeface="Mulish" pitchFamily="2" charset="77"/>
      <p:regular r:id="rId5"/>
      <p:bold r:id="rId6"/>
      <p:italic r:id="rId7"/>
      <p:boldItalic r:id="rId8"/>
    </p:embeddedFont>
    <p:embeddedFont>
      <p:font typeface="PT Sans" panose="020B0503020203020204" pitchFamily="34" charset="77"/>
      <p:regular r:id="rId9"/>
      <p:bold r:id="rId10"/>
      <p:italic r:id="rId11"/>
      <p:boldItalic r:id="rId12"/>
    </p:embeddedFont>
    <p:embeddedFont>
      <p:font typeface="Quicksand" pitchFamily="2" charset="7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719"/>
  </p:normalViewPr>
  <p:slideViewPr>
    <p:cSldViewPr snapToGrid="0">
      <p:cViewPr varScale="1">
        <p:scale>
          <a:sx n="192" d="100"/>
          <a:sy n="192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2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3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5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7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2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3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4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5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6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7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8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9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3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4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15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3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title"/>
          </p:nvPr>
        </p:nvSpPr>
        <p:spPr>
          <a:xfrm>
            <a:off x="265018" y="386737"/>
            <a:ext cx="8613913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 dirty="0"/>
              <a:t>RGI </a:t>
            </a:r>
            <a:r>
              <a:rPr lang="en-CA" sz="1400" i="1" dirty="0" err="1"/>
              <a:t>bwt</a:t>
            </a:r>
            <a:r>
              <a:rPr lang="en-CA" sz="1400" dirty="0"/>
              <a:t>: A software pipeline for predicting AMR genes from raw bacterial short-read sequences</a:t>
            </a:r>
          </a:p>
        </p:txBody>
      </p:sp>
      <p:sp>
        <p:nvSpPr>
          <p:cNvPr id="366" name="Google Shape;366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50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" sz="5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586530-BD34-6C14-D5D8-876273594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440" y="944880"/>
            <a:ext cx="3399903" cy="3777671"/>
          </a:xfrm>
          <a:prstGeom prst="rect">
            <a:avLst/>
          </a:prstGeom>
          <a:ln>
            <a:noFill/>
          </a:ln>
        </p:spPr>
      </p:pic>
      <p:sp>
        <p:nvSpPr>
          <p:cNvPr id="13" name="Google Shape;498;p37">
            <a:extLst>
              <a:ext uri="{FF2B5EF4-FFF2-40B4-BE49-F238E27FC236}">
                <a16:creationId xmlns:a16="http://schemas.microsoft.com/office/drawing/2014/main" id="{2532E699-2288-F497-32CF-EE9A54C50CB3}"/>
              </a:ext>
            </a:extLst>
          </p:cNvPr>
          <p:cNvSpPr txBox="1">
            <a:spLocks/>
          </p:cNvSpPr>
          <p:nvPr/>
        </p:nvSpPr>
        <p:spPr>
          <a:xfrm>
            <a:off x="4571975" y="1208225"/>
            <a:ext cx="4158501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Please stop by and see my poster.</a:t>
            </a: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Amos R. Raphenya | Lead CARD developer McMaster University | Canada</a:t>
            </a: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9" name="Picture 8" descr="A qr code with a dinosaur&#10;&#10;AI-generated content may be incorrect.">
            <a:extLst>
              <a:ext uri="{FF2B5EF4-FFF2-40B4-BE49-F238E27FC236}">
                <a16:creationId xmlns:a16="http://schemas.microsoft.com/office/drawing/2014/main" id="{B05057F0-9304-EC35-AF58-D6D6918EE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510" y="2571750"/>
            <a:ext cx="1865506" cy="18655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2098A3-7347-0D66-33A3-81815ABEA23D}"/>
              </a:ext>
            </a:extLst>
          </p:cNvPr>
          <p:cNvSpPr txBox="1"/>
          <p:nvPr/>
        </p:nvSpPr>
        <p:spPr>
          <a:xfrm>
            <a:off x="4707423" y="4448986"/>
            <a:ext cx="3887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@</a:t>
            </a:r>
            <a:r>
              <a:rPr lang="en-US" dirty="0" err="1">
                <a:solidFill>
                  <a:schemeClr val="dk1"/>
                </a:solidFill>
              </a:rPr>
              <a:t>github.com</a:t>
            </a:r>
            <a:r>
              <a:rPr lang="en-US" dirty="0">
                <a:solidFill>
                  <a:schemeClr val="dk1"/>
                </a:solidFill>
              </a:rPr>
              <a:t>/</a:t>
            </a:r>
            <a:r>
              <a:rPr lang="en-US" dirty="0" err="1">
                <a:solidFill>
                  <a:schemeClr val="dk1"/>
                </a:solidFill>
              </a:rPr>
              <a:t>raphenya</a:t>
            </a:r>
            <a:r>
              <a:rPr lang="en-US" dirty="0">
                <a:solidFill>
                  <a:schemeClr val="dk1"/>
                </a:solidFill>
              </a:rPr>
              <a:t>/wellcome-2026-rgi-bwt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0C9DD"/>
      </a:lt1>
      <a:dk2>
        <a:srgbClr val="85789C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44</Words>
  <Application>Microsoft Macintosh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PT Sans</vt:lpstr>
      <vt:lpstr>Quicksand</vt:lpstr>
      <vt:lpstr>Arial</vt:lpstr>
      <vt:lpstr>Mulish</vt:lpstr>
      <vt:lpstr>Bebas Neue</vt:lpstr>
      <vt:lpstr>Elegant Bachelor Thesis by Slidesgo</vt:lpstr>
      <vt:lpstr>RGI bwt: A software pipeline for predicting AMR genes from raw bacterial short-read sequences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Raphenya, Amogelang</cp:lastModifiedBy>
  <cp:revision>15</cp:revision>
  <dcterms:modified xsi:type="dcterms:W3CDTF">2026-03-06T16:07:27Z</dcterms:modified>
</cp:coreProperties>
</file>